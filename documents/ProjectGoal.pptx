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9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2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7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4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6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5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0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7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4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4044A-7D72-4B3C-B52D-0D5D180EC6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C16DE-6BE3-4CEE-B332-275C1D6F7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4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SP32-WROVER-IE - 802.11 b/g/n (WiFi/WLAN/Wi-Fi 4), Bluetooth® Smart Ready 4.x Dual Mode (BLE) Transceiver 2.4GHz Evaluation Boar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1" t="4062" r="25337" b="4914"/>
          <a:stretch/>
        </p:blipFill>
        <p:spPr bwMode="auto">
          <a:xfrm>
            <a:off x="8122507" y="2500183"/>
            <a:ext cx="856735" cy="157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SP32-WROVER-IE - 802.11 b/g/n (WiFi/WLAN/Wi-Fi 4), Bluetooth® Smart Ready 4.x Dual Mode (BLE) Transceiver 2.4GHz Evaluation Boar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1" t="4062" r="25337" b="4914"/>
          <a:stretch/>
        </p:blipFill>
        <p:spPr bwMode="auto">
          <a:xfrm>
            <a:off x="3438693" y="2500183"/>
            <a:ext cx="856735" cy="157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862" y="2992745"/>
            <a:ext cx="391278" cy="5883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411" y="2653396"/>
            <a:ext cx="790685" cy="12670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9527" y="2658160"/>
            <a:ext cx="819264" cy="12574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893" y="3065928"/>
            <a:ext cx="603622" cy="4419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745" y="2992745"/>
            <a:ext cx="391278" cy="58830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568" y="3065928"/>
            <a:ext cx="603622" cy="4419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4875" y="2770334"/>
            <a:ext cx="1037025" cy="10331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0209" y="1293341"/>
            <a:ext cx="1591383" cy="70961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5182" y="1293341"/>
            <a:ext cx="1591383" cy="709614"/>
          </a:xfrm>
          <a:prstGeom prst="rect">
            <a:avLst/>
          </a:prstGeom>
        </p:spPr>
      </p:pic>
      <p:cxnSp>
        <p:nvCxnSpPr>
          <p:cNvPr id="18" name="Straight Arrow Connector 17"/>
          <p:cNvCxnSpPr>
            <a:stCxn id="13" idx="2"/>
            <a:endCxn id="7" idx="0"/>
          </p:cNvCxnSpPr>
          <p:nvPr/>
        </p:nvCxnSpPr>
        <p:spPr>
          <a:xfrm flipH="1">
            <a:off x="3867061" y="2002955"/>
            <a:ext cx="8840" cy="4972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9" idx="2"/>
            <a:endCxn id="6" idx="0"/>
          </p:cNvCxnSpPr>
          <p:nvPr/>
        </p:nvCxnSpPr>
        <p:spPr>
          <a:xfrm>
            <a:off x="8550874" y="2002955"/>
            <a:ext cx="1" cy="4972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4" idx="1"/>
            <a:endCxn id="8" idx="3"/>
          </p:cNvCxnSpPr>
          <p:nvPr/>
        </p:nvCxnSpPr>
        <p:spPr>
          <a:xfrm flipH="1">
            <a:off x="2141096" y="3286897"/>
            <a:ext cx="510766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1"/>
            <a:endCxn id="4" idx="3"/>
          </p:cNvCxnSpPr>
          <p:nvPr/>
        </p:nvCxnSpPr>
        <p:spPr>
          <a:xfrm flipH="1">
            <a:off x="3043140" y="3286897"/>
            <a:ext cx="395553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1" idx="1"/>
            <a:endCxn id="7" idx="3"/>
          </p:cNvCxnSpPr>
          <p:nvPr/>
        </p:nvCxnSpPr>
        <p:spPr>
          <a:xfrm flipH="1">
            <a:off x="4295428" y="3286897"/>
            <a:ext cx="340465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1"/>
            <a:endCxn id="11" idx="3"/>
          </p:cNvCxnSpPr>
          <p:nvPr/>
        </p:nvCxnSpPr>
        <p:spPr>
          <a:xfrm flipH="1">
            <a:off x="5239515" y="3286897"/>
            <a:ext cx="455360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5" idx="1"/>
            <a:endCxn id="12" idx="3"/>
          </p:cNvCxnSpPr>
          <p:nvPr/>
        </p:nvCxnSpPr>
        <p:spPr>
          <a:xfrm flipH="1">
            <a:off x="6731900" y="3286897"/>
            <a:ext cx="501668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6" idx="1"/>
            <a:endCxn id="15" idx="3"/>
          </p:cNvCxnSpPr>
          <p:nvPr/>
        </p:nvCxnSpPr>
        <p:spPr>
          <a:xfrm flipH="1">
            <a:off x="7837190" y="3286897"/>
            <a:ext cx="285317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4" idx="1"/>
            <a:endCxn id="6" idx="3"/>
          </p:cNvCxnSpPr>
          <p:nvPr/>
        </p:nvCxnSpPr>
        <p:spPr>
          <a:xfrm flipH="1">
            <a:off x="8979242" y="3286897"/>
            <a:ext cx="514503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9" idx="1"/>
            <a:endCxn id="14" idx="3"/>
          </p:cNvCxnSpPr>
          <p:nvPr/>
        </p:nvCxnSpPr>
        <p:spPr>
          <a:xfrm flipH="1" flipV="1">
            <a:off x="9885023" y="3286897"/>
            <a:ext cx="514504" cy="1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77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</dc:creator>
  <cp:lastModifiedBy>Paul</cp:lastModifiedBy>
  <cp:revision>2</cp:revision>
  <dcterms:created xsi:type="dcterms:W3CDTF">2026-03-03T21:49:34Z</dcterms:created>
  <dcterms:modified xsi:type="dcterms:W3CDTF">2026-03-03T21:55:55Z</dcterms:modified>
</cp:coreProperties>
</file>